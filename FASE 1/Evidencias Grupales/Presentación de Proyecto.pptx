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88DB1-8E83-4A1D-B3A3-72C5EEADE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9A600-E07D-4340-8A34-260AEBA23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0A563-209C-4868-A45A-C68B9427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2C42C3-1E35-4A58-8C32-852686C7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9DD2AF-81D1-44EA-AF90-E0D6BE25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93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8582A-0627-4FC5-9C3C-F36001D02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BA355A-3190-4455-AE91-2B9F5374A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4ABF8-B682-4710-B7AD-3ABFBEC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16AFBD-D27F-463E-B41D-7CA9F4B8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2A7F04-8931-402B-ADE6-8F13E8BF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76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50D2C-DF18-4832-B5D1-10656313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CD5067-FCE8-47D4-A877-F2D9F1AEE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524DF-69EA-4CA8-8278-DEBF319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B4331A-C359-4CD9-A00D-14C56270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28A67-E04A-472B-A13A-145BE549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14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BD85F-F9CE-405B-9F52-1734511C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4FB3-7111-4F28-82C7-A1B3E64DA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377B4-CA89-4673-B98B-F9971C26F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38DBC1-26FE-46CA-BA0E-BF6C491B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757728-2687-4B1C-A6DC-776C26EB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CCE914-443B-4723-8712-877A6B69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519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524EC-7905-4C98-8744-44F0A056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3524A3-2470-4CB6-8AEF-FBCB202B2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D1EA07-ADF6-412E-9ACF-A3C6D2AFA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A175EF-B813-419E-8C25-A7024CE1E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0AF38AC-D683-4428-8194-DD821630D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2C9521-FC09-45F4-B205-129AA761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DBEFFD-1001-4267-90E4-D0BBB5F4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731F8B-7F3A-4A55-B58E-2C2D745A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9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49474-F3DA-40D9-95AC-0BE9C96D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02353B-8848-4A5D-BED3-C77033E4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4E6043-B0CF-4F90-8977-450D4029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93AE33-4280-4E66-B2B4-683275EF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69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438798-2F99-4597-869A-67CA5CC3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5DD0B6-6DD1-47ED-B532-D9180CF4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5E9A44-50DA-426E-82D8-BE08E0FF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076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2705D-C05D-463D-BFEC-17316AD7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D886C-F4BA-406F-91B6-FF68E62EC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FAE5F1-3B40-486D-A66B-936F1A502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A6BCFB-03CE-409D-9692-AD3892AA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9BC209-9E50-488E-89AA-6CE8850E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920399-9408-4A2A-8E43-69D5D981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69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5F9E5-B38F-47F3-B7D8-2F4AFA53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0C16EF-1914-4AFB-93A5-87AC483FD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E5872A-42F9-4B39-9196-CCF5B717B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D0150-8971-46E1-B825-705A7575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0A6E3C-4C01-49BE-B69F-1C2DA953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603D23-C03B-4C77-A987-71A25C2A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89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115EA-6856-41DB-A9FB-E40724AD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AF82F7-F7E7-4547-B253-B1086A923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23E99E-1296-46F1-8A19-9D45259B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B204A5-A022-441E-939C-52F75AE0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CBC647-30F4-4B0F-BCC0-34BD9AD9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578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72B129-4762-4DBE-BB3E-388F11E4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99BFAE-B0FA-4EC3-9EBF-6F342BD98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DDA7D-BC38-49EF-B928-53DCB031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36A5C2-AA41-49A5-9386-4C3F9F4A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0A728C-B2B1-4CE6-A0B9-69971B16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023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208815-76AD-45C3-96A0-09BAD6DD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7BB305-752D-4869-9372-FF66F67C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B72F8D-FB49-4DF1-ABB6-1398A0777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6AB8C-445C-4719-8003-B2804CC29B3E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8142C7-C153-4CEE-A2E2-4BC8CA54A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F3CA54-CFD8-4514-8291-C705C7CF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00BD4-D2B6-44EC-97FA-294756042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284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5E63B-432B-4023-B550-DF47A761C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1188D8-8EA1-4D28-8CA2-6D9A517FE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8426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CETECOM Concepción</dc:creator>
  <cp:lastModifiedBy>CETECOM Concepción</cp:lastModifiedBy>
  <cp:revision>1</cp:revision>
  <dcterms:created xsi:type="dcterms:W3CDTF">2026-04-06T19:14:19Z</dcterms:created>
  <dcterms:modified xsi:type="dcterms:W3CDTF">2026-04-06T19:14:50Z</dcterms:modified>
</cp:coreProperties>
</file>